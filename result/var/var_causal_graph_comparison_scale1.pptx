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var_causal_graph_comparison_scale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e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  <PresentationFormat>Widescreen</PresentationFormat>
  <Slides>1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</vt:i4>
      </vt:variant>
    </vt:vector>
  </HeadingPairs>
  <TitlesOfParts>
    <vt:vector size="1" baseType="lpstr">
      <vt:lpstr>VAR Causal Graph Comparison</vt:lpstr>
    </vt:vector>
  </TitlesOfParts>
  <Company>OpenAI</Company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 Causal Graph Comparison</dc:title>
  <dc:creator>OpenAI Codex</dc:creator>
  <cp:lastModifiedBy>OpenAI Codex</cp:lastModifiedBy>
  <dcterms:created xsi:type="dcterms:W3CDTF">2026-06-03T14:41:47Z</dcterms:created>
  <dcterms:modified xsi:type="dcterms:W3CDTF">2026-06-03T14:41:47Z</dcterms:modified>
</cp:coreProperties>
</file>