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var_transport_map_ei_comparison_scal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VAR Transport-Map EI Comparison</vt:lpstr>
    </vt:vector>
  </TitlesOfParts>
  <Company>OpenAI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 Transport-Map EI Comparison</dc:title>
  <dc:creator>OpenAI Codex</dc:creator>
  <cp:lastModifiedBy>OpenAI Codex</cp:lastModifiedBy>
  <dcterms:created xsi:type="dcterms:W3CDTF">2026-06-04T08:13:00Z</dcterms:created>
  <dcterms:modified xsi:type="dcterms:W3CDTF">2026-06-04T08:13:00Z</dcterms:modified>
</cp:coreProperties>
</file>