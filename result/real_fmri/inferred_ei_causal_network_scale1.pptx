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IdLst>
    <p:sldId id="256" r:id="rId1"/>
  </p:sldIdLst>
  <p:sldSz cx="12192000" cy="6858000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" Target="slides/slide1.xml"/>
</Relationships>
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image" Target="../media/inferred_ei_causal_network_scale1.png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igure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docProps/app.xml><?xml version="1.0" encoding="utf-8"?>
<Properties xmlns="http://schemas.openxmlformats.org/officeDocument/2006/extended-properties" xmlns:vt="http://schemas.openxmlformats.org/officeDocument/2006/docPropsVTypes">
  <Application>OpenAI Codex</Application>
  <PresentationFormat>Widescreen</PresentationFormat>
  <Slides>1</Slides>
  <Notes>0</Notes>
  <HiddenSlides>0</HiddenSlides>
  <MMClips>0</MMClips>
  <ScaleCrop>false</ScaleCrop>
  <HeadingPairs>
    <vt:vector size="2" baseType="variant">
      <vt:variant>
        <vt:lpstr>Slides</vt:lpstr>
      </vt:variant>
      <vt:variant>
        <vt:i4>1</vt:i4>
      </vt:variant>
    </vt:vector>
  </HeadingPairs>
  <TitlesOfParts>
    <vt:vector size="1" baseType="lpstr">
      <vt:lpstr>EI-Inferred Causal Network (Scale 1)</vt:lpstr>
    </vt:vector>
  </TitlesOfParts>
  <Company>OpenAI</Company>
  <LinksUpToDate>false</LinksUpToDate>
  <SharedDoc>false</SharedDoc>
  <HyperlinksChanged>false</HyperlinksChanged>
  <AppVersion>1.0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EI-Inferred Causal Network (Scale 1)</dc:title>
  <dc:creator>OpenAI Codex</dc:creator>
  <cp:lastModifiedBy>OpenAI Codex</cp:lastModifiedBy>
  <dcterms:created xsi:type="dcterms:W3CDTF">2026-06-04T11:36:04Z</dcterms:created>
  <dcterms:modified xsi:type="dcterms:W3CDTF">2026-06-04T11:36:04Z</dcterms:modified>
</cp:coreProperties>
</file>